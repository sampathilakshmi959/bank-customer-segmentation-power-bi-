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9" r:id="rId4"/>
    <p:sldId id="276" r:id="rId5"/>
    <p:sldId id="277" r:id="rId6"/>
    <p:sldId id="278" r:id="rId7"/>
    <p:sldId id="280" r:id="rId8"/>
    <p:sldId id="281" r:id="rId9"/>
    <p:sldId id="282" r:id="rId10"/>
    <p:sldId id="283" r:id="rId11"/>
    <p:sldId id="261" r:id="rId12"/>
    <p:sldId id="264" r:id="rId13"/>
    <p:sldId id="259" r:id="rId14"/>
  </p:sldIdLst>
  <p:sldSz cx="12192000" cy="6858000"/>
  <p:notesSz cx="6858000" cy="9144000"/>
  <p:embeddedFontLst>
    <p:embeddedFont>
      <p:font typeface="Libre Baskerville" panose="02000000000000000000" pitchFamily="2" charset="0"/>
      <p:regular r:id="rId16"/>
      <p:bold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492161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887793" y="2659599"/>
            <a:ext cx="898668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Customer Segmentation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5127178"/>
            <a:ext cx="5258382" cy="1325563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Sampathi Lakshmi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46124" y="271508"/>
            <a:ext cx="10515600" cy="83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Agenda(this should be the ppt flow)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B3FD-FDC1-0E48-CCF6-590FCD7E5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272" y="1102677"/>
            <a:ext cx="10887456" cy="4466020"/>
          </a:xfrm>
        </p:spPr>
        <p:txBody>
          <a:bodyPr>
            <a:norm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DC45B-65A0-530C-54DD-8D77D05DE92E}"/>
              </a:ext>
            </a:extLst>
          </p:cNvPr>
          <p:cNvSpPr txBox="1"/>
          <p:nvPr/>
        </p:nvSpPr>
        <p:spPr>
          <a:xfrm>
            <a:off x="652272" y="1338943"/>
            <a:ext cx="104946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Project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Dashboard Visualizations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Applications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Conclusion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C70212-588E-B555-191A-B29336B7115D}"/>
              </a:ext>
            </a:extLst>
          </p:cNvPr>
          <p:cNvSpPr txBox="1"/>
          <p:nvPr/>
        </p:nvSpPr>
        <p:spPr>
          <a:xfrm>
            <a:off x="930729" y="1333009"/>
            <a:ext cx="964843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analyze customer transaction patterns, credit behavior, and risk levels using power BI.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identify high-risk customer, top revenue contributors, and value distribution across customer segments.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help improve customer profiling, risk management, and targeted marketing Strategies.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such as Credit Score, Account Balance, Risk Level, and Transaction value are Analyzed.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data-driven overview of customer performance and business risk.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70423-3925-36A0-B76F-D352D37FC5C2}"/>
              </a:ext>
            </a:extLst>
          </p:cNvPr>
          <p:cNvSpPr txBox="1"/>
          <p:nvPr/>
        </p:nvSpPr>
        <p:spPr>
          <a:xfrm>
            <a:off x="272143" y="337458"/>
            <a:ext cx="6503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solidFill>
                  <a:schemeClr val="accent2"/>
                </a:solidFill>
              </a:rPr>
              <a:t>Project Overview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52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916F-64A1-73A5-3226-E2B9302E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D17FC4-787F-326E-DB5F-0ABE99A3CBF4}"/>
              </a:ext>
            </a:extLst>
          </p:cNvPr>
          <p:cNvSpPr txBox="1"/>
          <p:nvPr/>
        </p:nvSpPr>
        <p:spPr>
          <a:xfrm>
            <a:off x="272143" y="337457"/>
            <a:ext cx="596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 </a:t>
            </a: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Data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67A526-AE85-9F9F-8940-D62EE1AB025C}"/>
              </a:ext>
            </a:extLst>
          </p:cNvPr>
          <p:cNvSpPr txBox="1"/>
          <p:nvPr/>
        </p:nvSpPr>
        <p:spPr>
          <a:xfrm>
            <a:off x="1088572" y="1415143"/>
            <a:ext cx="9448130" cy="47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is ‘bank _ transactions’, containing detailed financial records of customer activities. Techniques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 include: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Customer, Cust Gender, Cust Account Balance, Transaction Amount (INR),    	Credit Score, Customer Segment, Value Score, and Risk Level.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extracted from transactional logs and cleaned for duplicates, missing values, and inconsistent entries.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a single transaction associated with a customer.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serves as the foundation for generating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 insights in power BI.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6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24DF-566E-5F7C-699F-0BA94ED7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5FDCFA-7A4E-9DD4-16C0-8BC9C865A8E1}"/>
              </a:ext>
            </a:extLst>
          </p:cNvPr>
          <p:cNvSpPr txBox="1"/>
          <p:nvPr/>
        </p:nvSpPr>
        <p:spPr>
          <a:xfrm>
            <a:off x="337458" y="500743"/>
            <a:ext cx="596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 Data Preparation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ACCA47-2124-7FF9-3980-D7D051909817}"/>
              </a:ext>
            </a:extLst>
          </p:cNvPr>
          <p:cNvSpPr txBox="1"/>
          <p:nvPr/>
        </p:nvSpPr>
        <p:spPr>
          <a:xfrm>
            <a:off x="1088571" y="1415142"/>
            <a:ext cx="1014548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columns and measures in Power BI DAX for deeper insights.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Calculated Fields: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Combines account balance and transaction amount.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Categorizes customers value contribution.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RiskLevel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categorizes customers into Low, Medium, or High risk  based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CreditScore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	thresholds.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transformations: formatting dates, grouping customer by segment, and creating hierarchies.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were built between key entities to enable cross-filtering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optimized for performance and dynamic filtering.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47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5556-AF8E-5D6D-DE13-C9358701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BF124-F31A-C3A0-895A-1B3061CA4B2E}"/>
              </a:ext>
            </a:extLst>
          </p:cNvPr>
          <p:cNvSpPr txBox="1"/>
          <p:nvPr/>
        </p:nvSpPr>
        <p:spPr>
          <a:xfrm>
            <a:off x="337458" y="500743"/>
            <a:ext cx="9051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 </a:t>
            </a:r>
            <a:r>
              <a:rPr lang="en-IN" sz="3600" dirty="0">
                <a:solidFill>
                  <a:srgbClr val="7030A0"/>
                </a:solidFill>
              </a:rPr>
              <a:t>Dashboard Visualizations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6BC60-1136-E4A9-FF78-7C56ACC35D1C}"/>
              </a:ext>
            </a:extLst>
          </p:cNvPr>
          <p:cNvSpPr txBox="1"/>
          <p:nvPr/>
        </p:nvSpPr>
        <p:spPr>
          <a:xfrm>
            <a:off x="1404257" y="1357209"/>
            <a:ext cx="989511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interactive visuals to explore customer and financial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Visuals: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 Visuals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Total Revenue, Average Credit Score, High-Risk Count.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Bar/columns Chart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Revenue by Customer Segment or Risk Level.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Scatter plot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Relationship between Account Balance &amp; Risk Level.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Pie/ Donut Chart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Distribution of Customers by Risk Level.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Table with Filters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Top 10 High-Revenue, High-risk Customers.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Slicer Filters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filter by Credit Score, Value Score, or Risk Category.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Dynamic visuals enable users to drill down by segment or date.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9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99FC-FE18-75D9-73FA-DC6901E9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7C9FD7-24A3-4F73-1DE9-4301A415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9" y="212106"/>
            <a:ext cx="10922648" cy="590388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6578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0CD5-F420-656E-AB2F-7AD0E2F7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B569C1-591B-0FF1-9FB1-28EB8990F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52" y="653143"/>
            <a:ext cx="10644247" cy="521062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0504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3585-A510-1E55-6F8A-9F9A93A1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710E379-D702-C35D-DA12-590E1180D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13" y="347097"/>
            <a:ext cx="9622973" cy="56086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0892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A45E-65F7-89DF-51F4-82F5202D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F1C0F0-79F4-8D87-9C9C-2DA5FBF1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609601"/>
            <a:ext cx="10252043" cy="5080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5861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A8A01A-A6A5-557B-4D26-338E0E39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99811"/>
            <a:ext cx="10515600" cy="96672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Applications &amp; Recommendations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7EB41C-BF35-518B-A3F5-139E4F1C0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1629" y="1704200"/>
            <a:ext cx="1063534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monitor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mitigate potential losses.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Value Score and Risk Level.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Improve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Assessment models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behavioral patterns.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Use visual insights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risk management and marketing.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campaigns on high-value but moderate-risk customers.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Increase data in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tegration with CRM for richer behavioral tracking.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Automate alert systems for unusually high-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transactions.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48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C65F-089E-5CDF-17BA-3958554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9" y="408215"/>
            <a:ext cx="9110471" cy="990818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8E0875-59D9-11CA-F3F8-8C8866CDA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67259" y="1997840"/>
            <a:ext cx="955447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 Power BI dashboard Successfully visualizes key business and risk insights.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intelligence to improve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Strategy and Customer Management.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data analytics can help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Proactive risk control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 Optimization.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can include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risk fore.</a:t>
            </a:r>
          </a:p>
        </p:txBody>
      </p:sp>
    </p:spTree>
    <p:extLst>
      <p:ext uri="{BB962C8B-B14F-4D97-AF65-F5344CB8AC3E}">
        <p14:creationId xmlns:p14="http://schemas.microsoft.com/office/powerpoint/2010/main" val="2394940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1142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87368"/>
            <a:ext cx="4465642" cy="118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551</Words>
  <Application>Microsoft Office PowerPoint</Application>
  <PresentationFormat>Widescreen</PresentationFormat>
  <Paragraphs>59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Libre Baskerville</vt:lpstr>
      <vt:lpstr>Calibri</vt:lpstr>
      <vt:lpstr>Office Theme</vt:lpstr>
      <vt:lpstr>Presented By: Sampathi Lakshmi</vt:lpstr>
      <vt:lpstr>Agenda(this should be the ppt flow)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&amp;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sampathi lakshmi</cp:lastModifiedBy>
  <cp:revision>18</cp:revision>
  <dcterms:created xsi:type="dcterms:W3CDTF">2021-02-16T05:19:01Z</dcterms:created>
  <dcterms:modified xsi:type="dcterms:W3CDTF">2025-11-01T07:31:16Z</dcterms:modified>
</cp:coreProperties>
</file>